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8BDF8"/>
                </a:solidFill>
              </a:rPr>
              <a:t>Unified Wi-Fi Mesh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Controller DB Construct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develop branch  ·  August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MariaDB persistence  ·  C++ multiple inheritance  ·  TR-181 bus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Block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Controller DB — System Block Diagram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058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CONTROLLER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011680" cy="685800"/>
          </a:xfrm>
          <a:prstGeom prst="rect">
            <a:avLst/>
          </a:prstGeom>
          <a:solidFill>
            <a:srgbClr val="1E305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em_ctrl_t</a:t>
            </a:r>
          </a:p>
          <a:p>
            <a:r>
              <a:rPr sz="900">
                <a:solidFill>
                  <a:srgbClr val="94A3B8"/>
                </a:solidFill>
              </a:rPr>
              <a:t>orchestration · state machines · 1905.1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3898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↔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188720"/>
            <a:ext cx="4754880" cy="685800"/>
          </a:xfrm>
          <a:prstGeom prst="rect">
            <a:avLst/>
          </a:prstGeom>
          <a:solidFill>
            <a:srgbClr val="1E305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dm_easy_mesh_ctrl_t</a:t>
            </a:r>
          </a:p>
          <a:p>
            <a:r>
              <a:rPr sz="900">
                <a:solidFill>
                  <a:srgbClr val="94A3B8"/>
                </a:solidFill>
              </a:rPr>
              <a:t>inherits all 11 list classes · owns m_db_client · init/load/update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3898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188720"/>
            <a:ext cx="3749039" cy="685800"/>
          </a:xfrm>
          <a:prstGeom prst="rect">
            <a:avLst/>
          </a:prstGeom>
          <a:solidFill>
            <a:srgbClr val="1E305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dm_easy_mesh_t [ ]</a:t>
            </a:r>
          </a:p>
          <a:p>
            <a:r>
              <a:rPr sz="900">
                <a:solidFill>
                  <a:srgbClr val="94A3B8"/>
                </a:solidFill>
              </a:rPr>
              <a:t>per-network in-memory model (radios · BSS · STAs · policies)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01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8424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DB PERSISTENCE CLASSES  (inherited by dm_easy_mesh_ctrl_t)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48840"/>
            <a:ext cx="1097280" cy="59436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dm_network_list_t</a:t>
            </a:r>
          </a:p>
          <a:p>
            <a:r>
              <a:rPr sz="700">
                <a:solidFill>
                  <a:srgbClr val="94A3B8"/>
                </a:solidFill>
              </a:rPr>
              <a:t>NetworkList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2148840"/>
            <a:ext cx="1097280" cy="59436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dm_device_list_t</a:t>
            </a:r>
          </a:p>
          <a:p>
            <a:r>
              <a:rPr sz="700">
                <a:solidFill>
                  <a:srgbClr val="94A3B8"/>
                </a:solidFill>
              </a:rPr>
              <a:t>DeviceList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148840"/>
            <a:ext cx="1097280" cy="59436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dm_radio_list_t</a:t>
            </a:r>
          </a:p>
          <a:p>
            <a:r>
              <a:rPr sz="700">
                <a:solidFill>
                  <a:srgbClr val="94A3B8"/>
                </a:solidFill>
              </a:rPr>
              <a:t>RadioList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2148840"/>
            <a:ext cx="1097280" cy="59436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dm_radio_cap_list_t</a:t>
            </a:r>
          </a:p>
          <a:p>
            <a:r>
              <a:rPr sz="700">
                <a:solidFill>
                  <a:srgbClr val="94A3B8"/>
                </a:solidFill>
              </a:rPr>
              <a:t>Capabilities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148840"/>
            <a:ext cx="1097280" cy="59436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dm_bss_list_t</a:t>
            </a:r>
          </a:p>
          <a:p>
            <a:r>
              <a:rPr sz="700">
                <a:solidFill>
                  <a:srgbClr val="94A3B8"/>
                </a:solidFill>
              </a:rPr>
              <a:t>BSSList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148840"/>
            <a:ext cx="1097280" cy="59436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dm_sta_list_t</a:t>
            </a:r>
          </a:p>
          <a:p>
            <a:r>
              <a:rPr sz="700">
                <a:solidFill>
                  <a:srgbClr val="94A3B8"/>
                </a:solidFill>
              </a:rPr>
              <a:t>STAList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148840"/>
            <a:ext cx="1097280" cy="59436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dm_policy_list_t</a:t>
            </a:r>
          </a:p>
          <a:p>
            <a:r>
              <a:rPr sz="700">
                <a:solidFill>
                  <a:srgbClr val="94A3B8"/>
                </a:solidFill>
              </a:rPr>
              <a:t>PolicyList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148840"/>
            <a:ext cx="1097280" cy="59436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dm_network_ssid_list_t</a:t>
            </a:r>
          </a:p>
          <a:p>
            <a:r>
              <a:rPr sz="700">
                <a:solidFill>
                  <a:srgbClr val="94A3B8"/>
                </a:solidFill>
              </a:rPr>
              <a:t>NetworkSSIDList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148840"/>
            <a:ext cx="1097280" cy="59436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dm_op_class_list_t</a:t>
            </a:r>
          </a:p>
          <a:p>
            <a:r>
              <a:rPr sz="700">
                <a:solidFill>
                  <a:srgbClr val="94A3B8"/>
                </a:solidFill>
              </a:rPr>
              <a:t>OpClassList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52760" y="2148840"/>
            <a:ext cx="1097280" cy="594360"/>
          </a:xfrm>
          <a:prstGeom prst="rect">
            <a:avLst/>
          </a:prstGeom>
          <a:solidFill>
            <a:srgbClr val="0F2840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dm_scan_result_list_t</a:t>
            </a:r>
          </a:p>
          <a:p>
            <a:r>
              <a:rPr sz="700">
                <a:solidFill>
                  <a:srgbClr val="94A3B8"/>
                </a:solidFill>
              </a:rPr>
              <a:t>ScanResultList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7614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↓  (all inherit)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03580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DB PERSISTENCE 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00400"/>
            <a:ext cx="11430000" cy="566928"/>
          </a:xfrm>
          <a:prstGeom prst="rect">
            <a:avLst/>
          </a:prstGeom>
          <a:solidFill>
            <a:srgbClr val="06252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db_easy_mesh_t  (DB persistence base)</a:t>
            </a:r>
          </a:p>
          <a:p>
            <a:r>
              <a:rPr sz="900">
                <a:solidFill>
                  <a:srgbClr val="94A3B8"/>
                </a:solidFill>
              </a:rPr>
              <a:t>init_table · init_columns · sync_db · update_db · search_db · set/get_config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7947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↓  (calls via db_client_t value)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968495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PERSISTENCE BACKEND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33087"/>
            <a:ext cx="11430000" cy="566928"/>
          </a:xfrm>
          <a:prstGeom prst="rect">
            <a:avLst/>
          </a:prstGeom>
          <a:solidFill>
            <a:srgbClr val="06252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db_client_t</a:t>
            </a:r>
          </a:p>
          <a:p>
            <a:r>
              <a:rPr sz="900">
                <a:solidFill>
                  <a:srgbClr val="94A3B8"/>
                </a:solidFill>
              </a:rPr>
              <a:t>concrete MariaDB/MySQL wrapper · MYSQL *m_con · libmariadb · on-device 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27447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86460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DATABASE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29200"/>
            <a:ext cx="11430000" cy="502920"/>
          </a:xfrm>
          <a:prstGeom prst="rect">
            <a:avLst/>
          </a:prstGeom>
          <a:solidFill>
            <a:srgbClr val="1A1A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MariaDB</a:t>
            </a:r>
          </a:p>
          <a:p>
            <a:r>
              <a:rPr sz="900">
                <a:solidFill>
                  <a:srgbClr val="94A3B8"/>
                </a:solidFill>
              </a:rPr>
              <a:t>10 SQL tables · persisted on-box · libmariadb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the Controller DB?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The EasyMesh controller maintains a full in-memory replica of the mesh topology and persists it to a relational database. This 'data model' drives policy distribution, onboarding, and northbound TR-181 queries.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657600" cy="13716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993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Persistence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30428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Single concrete db_client_t class wraps libmariadb (MYSQL *m_con). Owned by value inside dm_easy_mesh_ctrl_t — no factory, no polymorphism.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920240"/>
            <a:ext cx="3657600" cy="13716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993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DB Persistence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30428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db_easy_mesh_t base class provides table init, CRUD, and JSON serialisation for every entity 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657600" cy="13716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993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Domain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30428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dm_easy_mesh_ctrl_t inherits all list classes via C++ MI to form a single unified data model for the whole mesh network.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11430000" cy="100584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5478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Key Design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8587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Keep persistence logic out of orchestration code — entity list classes receive db_client_t&amp; by reference, so the controller core never embeds SQL 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High-Level Layering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234440"/>
            <a:ext cx="5303520" cy="502920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</a:rPr>
              <a:t>em_ctrl_t</a:t>
            </a:r>
          </a:p>
          <a:p>
            <a:r>
              <a:rPr sz="900">
                <a:solidFill>
                  <a:srgbClr val="94A3B8"/>
                </a:solidFill>
              </a:rPr>
              <a:t>Controller process — orchestration &amp; message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7465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47672"/>
            <a:ext cx="5303520" cy="502920"/>
          </a:xfrm>
          <a:prstGeom prst="rect">
            <a:avLst/>
          </a:prstGeom>
          <a:solidFill>
            <a:srgbClr val="1A2510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</a:rPr>
              <a:t>dm_easy_mesh_ctrl_t</a:t>
            </a:r>
          </a:p>
          <a:p>
            <a:r>
              <a:rPr sz="900">
                <a:solidFill>
                  <a:srgbClr val="94A3B8"/>
                </a:solidFill>
              </a:rPr>
              <a:t>Inherits all list classes — unified in-memory data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45973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60904"/>
            <a:ext cx="1691640" cy="320040"/>
          </a:xfrm>
          <a:prstGeom prst="rect">
            <a:avLst/>
          </a:prstGeom>
          <a:solidFill>
            <a:srgbClr val="0F1A2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dm_network_list_t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80260" y="2660904"/>
            <a:ext cx="1691640" cy="320040"/>
          </a:xfrm>
          <a:prstGeom prst="rect">
            <a:avLst/>
          </a:prstGeom>
          <a:solidFill>
            <a:srgbClr val="0F1A2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dm_device_list_t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2660904"/>
            <a:ext cx="1691640" cy="320040"/>
          </a:xfrm>
          <a:prstGeom prst="rect">
            <a:avLst/>
          </a:prstGeom>
          <a:solidFill>
            <a:srgbClr val="0F1A2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dm_radio_list_t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1691640" cy="320040"/>
          </a:xfrm>
          <a:prstGeom prst="rect">
            <a:avLst/>
          </a:prstGeom>
          <a:solidFill>
            <a:srgbClr val="0F1A2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dm_bss_list_t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80260" y="3017520"/>
            <a:ext cx="1691640" cy="320040"/>
          </a:xfrm>
          <a:prstGeom prst="rect">
            <a:avLst/>
          </a:prstGeom>
          <a:solidFill>
            <a:srgbClr val="0F1A2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dm_sta_list_t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3017520"/>
            <a:ext cx="1691640" cy="320040"/>
          </a:xfrm>
          <a:prstGeom prst="rect">
            <a:avLst/>
          </a:prstGeom>
          <a:solidFill>
            <a:srgbClr val="0F1A2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dm_policy_list_t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38728"/>
            <a:ext cx="5303520" cy="457200"/>
          </a:xfrm>
          <a:prstGeom prst="rect">
            <a:avLst/>
          </a:prstGeom>
          <a:solidFill>
            <a:srgbClr val="062018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</a:rPr>
              <a:t>db_easy_mesh_t</a:t>
            </a:r>
          </a:p>
          <a:p>
            <a:r>
              <a:rPr sz="900">
                <a:solidFill>
                  <a:srgbClr val="94A3B8"/>
                </a:solidFill>
              </a:rPr>
              <a:t>DB persistence base — init / sync / update /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005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97096"/>
            <a:ext cx="5303520" cy="457200"/>
          </a:xfrm>
          <a:prstGeom prst="rect">
            <a:avLst/>
          </a:prstGeom>
          <a:solidFill>
            <a:srgbClr val="062018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</a:rPr>
              <a:t>db_client_t</a:t>
            </a:r>
          </a:p>
          <a:p>
            <a:r>
              <a:rPr sz="900">
                <a:solidFill>
                  <a:srgbClr val="94A3B8"/>
                </a:solidFill>
              </a:rPr>
              <a:t>Concrete MariaDB wrapper · MYSQL *m_con · value 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6634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55464"/>
            <a:ext cx="5303520" cy="384048"/>
          </a:xfrm>
          <a:prstGeom prst="rect">
            <a:avLst/>
          </a:prstGeom>
          <a:solidFill>
            <a:srgbClr val="1A1A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</a:rPr>
              <a:t>MariaDB  —  10 SQL tables · libmariadb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234440"/>
            <a:ext cx="5897880" cy="141732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30759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Multiple Inheritance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1618488"/>
            <a:ext cx="5715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All list classes are inherited by dm_easy_mesh_ctrl_t via C++ MI, giving a single object that owns all tables simultaneously.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743200"/>
            <a:ext cx="5897880" cy="141732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281635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Value Ownership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3127248"/>
            <a:ext cx="5715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db_client_t is a value member of dm_easy_mesh_ctrl_t. All list-class methods receive it by reference: update_db(m_db_client, …). No heap allocation; lifetime tied to the controller object.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251960"/>
            <a:ext cx="5897880" cy="141732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432511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Per-Entity dm_*_t Objects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4636008"/>
            <a:ext cx="5715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Entity instances (dm_radio_t, dm_bss_t, dm_sta_t …) hold domain structs and are stored in dm_easy_mesh_t containers.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Persistence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db_client_t — Persistence Backend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88720"/>
            <a:ext cx="5486400" cy="5120640"/>
          </a:xfrm>
          <a:prstGeom prst="rect">
            <a:avLst/>
          </a:prstGeom>
          <a:solidFill>
            <a:srgbClr val="0A0E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5349240" cy="5010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F3FC"/>
                </a:solidFill>
              </a:rPr>
              <a:t>// inc/db_client.h — concrete MariaDB class
class db_client_t {
  MYSQL *m_con;         // MariaDB connection
  int connect(const char *path);
public:
  int   init(const char *path);   // format: "user@password"
  void* execute(const char *query);
  bool  next_result(void *ctx);
  char* get_string(void *ctx, char *res, unsigned int col);
  int   get_number(void *ctx, unsigned int col);
  int   recreate_db();
  db_client_t();
  ~db_client_t();
};
// inc/dm_easy_mesh_ctrl.h — owned by value
class dm_easy_mesh_ctrl_t : ... {
  db_client_t m_db_client;  // value, not pointer
};
// Usage in table code (direct, no dereference)
dm_network_list_t::load_table(m_db_client);
dm_radio_list_t::update_db(m_db_client, op, data);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88720"/>
            <a:ext cx="5715000" cy="13716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26187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Single Concrete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1572768"/>
            <a:ext cx="5532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One class handles everything: connection pooling via MYSQL *m_con (libmariadb), SQL execution, and result iteration. MySQL header is conditionally included for OpenWRT/RDKB (&lt;mysql/mysql.h&gt;) vs Debian (&lt;mariadb/mysql.h&gt;).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743200"/>
            <a:ext cx="5715000" cy="123444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281635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Value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127248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m_db_client is held as a value member of dm_easy_mesh_ctrl_t. All list-class calls pass it by reference: update_db(m_db_client, …). No heap allocation; lifetime tied to the controller object.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114800"/>
            <a:ext cx="5715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Result Iteration Pattern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407408"/>
            <a:ext cx="5715000" cy="960120"/>
          </a:xfrm>
          <a:prstGeom prst="rect">
            <a:avLst/>
          </a:prstGeom>
          <a:solidFill>
            <a:srgbClr val="0A0E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480560"/>
            <a:ext cx="55778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F3FC"/>
                </a:solidFill>
              </a:rPr>
              <a:t>void* ctx = m_db_client.execute(query);
while (m_db_client.next_result(ctx)) {
  m_db_client.get_string(ctx, buf, col);
  m_db_client.get_number(ctx, col);
}
// next_result(false) frees ctx automatically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DB Persistence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db_easy_mesh_t — Table Base Class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88720"/>
            <a:ext cx="5486400" cy="4389120"/>
          </a:xfrm>
          <a:prstGeom prst="rect">
            <a:avLst/>
          </a:prstGeom>
          <a:solidFill>
            <a:srgbClr val="0A0E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534924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F3FC"/>
                </a:solidFill>
              </a:rPr>
              <a:t>class db_easy_mesh_t {
public:
  db_table_name_t  m_table_name;   // e.g. "RadioList"
  unsigned int     m_num_cols;
  db_column_t      m_columns[EM_MAX_COLS];
  // Schema bootstrap
  virtual int  init_table(db_client_t&amp;);
  virtual int  init_columns(db_client_t&amp;);
  // CRUD
  virtual int  sync_db(db_client_t&amp;, void *ctx);
  virtual int  update_db(db_client_t&amp;, dm_orch_type_t op, void *data);
  virtual bool search_db(db_client_t&amp;, void *ctx, void *key);
  // JSON serialisation
  virtual int    set_config(db_client_t&amp;, const cJSON*, void *parent_id);
  virtual cJSON* get_config(db_client_t&amp;, void *parent_id);
};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88720"/>
            <a:ext cx="5715000" cy="109728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26187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Column Descriptor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1572768"/>
            <a:ext cx="5532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Each column is described by db_column_t: name (char[64]), type (db_column_type_varchar/int/…), size, and a value buffer. init_columns() fills this array; init_table() builds the CREATE TABLE SQL from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423160"/>
            <a:ext cx="5715000" cy="100584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249631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Orchestration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807208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dm_orch_type_t passed to update_db() selects INSERT (db_create), UPDATE (db_update), or DELETE (db_delete). Each list class handles all three cases in one override.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566160"/>
            <a:ext cx="5715000" cy="100584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363931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Table Bootstrap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3950208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Each list class calls init() which runs CREATE TABLE IF NOT EXISTS via db_client_t::execute(). Called before m_db_client.init() so the schema exists before the MariaDB connection is established.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Design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Entity + List Dual-Class Pattern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Every domain entity uses a two-class split: a pure-data entity class and a DB-aware list class that inherits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303520" cy="4663440"/>
          </a:xfrm>
          <a:prstGeom prst="rect">
            <a:avLst/>
          </a:prstGeom>
          <a:solidFill>
            <a:srgbClr val="0A0E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10512"/>
            <a:ext cx="5166360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F3FC"/>
                </a:solidFill>
              </a:rPr>
              <a:t>// Pure domain — shared with agent
class dm_radio_t {
  em_radio_info_t m_radio_info;
  // ... accessors, capability decode ...
};
// DB-aware — controller only
class dm_radio_list_t : public dm_radio_t,
                        public db_easy_mesh_t {
  int  sync_db(db_client_t&amp;, void*)  override;
  int  update_db(db_client_t&amp;, dm_orch_type_t, void*) override;
  bool search_db(db_client_t&amp;, void*, void*) override;
  int  init_columns(db_client_t&amp;)    override;
};
// dm_easy_mesh_ctrl_t inherits ALL list classes:
class dm_easy_mesh_ctrl_t
  : public dm_network_list_t,
    public dm_device_list_t,
    public dm_radio_list_t,
    // ... 8 more list classes ...
    public dm_scan_result_list_t {
  db_client_t m_db_client;  // value
};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737360"/>
            <a:ext cx="5897880" cy="141732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53328" y="181051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Benefit of the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2121408"/>
            <a:ext cx="5715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Entity classes can be used on the agent (no DB) with zero overhead.
List classes add table schema and SQL logic — controller-only binary.
Agent-side code depends only on dm_radio_t, never on dm_radio_list_t.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291840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Entities That Follow This 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657600"/>
            <a:ext cx="2834640" cy="329184"/>
          </a:xfrm>
          <a:prstGeom prst="rect">
            <a:avLst/>
          </a:prstGeom>
          <a:solidFill>
            <a:srgbClr val="161B25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dm_network_t  →  dm_network_list_t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7968" y="3657600"/>
            <a:ext cx="2834640" cy="329184"/>
          </a:xfrm>
          <a:prstGeom prst="rect">
            <a:avLst/>
          </a:prstGeom>
          <a:solidFill>
            <a:srgbClr val="161B25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dm_device_t  →  dm_device_list_t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041648"/>
            <a:ext cx="2834640" cy="329184"/>
          </a:xfrm>
          <a:prstGeom prst="rect">
            <a:avLst/>
          </a:prstGeom>
          <a:solidFill>
            <a:srgbClr val="161B25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dm_radio_t  →  dm_radio_list_t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7968" y="4041648"/>
            <a:ext cx="2834640" cy="329184"/>
          </a:xfrm>
          <a:prstGeom prst="rect">
            <a:avLst/>
          </a:prstGeom>
          <a:solidFill>
            <a:srgbClr val="161B25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dm_radio_cap_t  →  dm_radio_cap_list_t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425696"/>
            <a:ext cx="2834640" cy="329184"/>
          </a:xfrm>
          <a:prstGeom prst="rect">
            <a:avLst/>
          </a:prstGeom>
          <a:solidFill>
            <a:srgbClr val="161B25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dm_bss_t  →  dm_bss_list_t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7968" y="4425696"/>
            <a:ext cx="2834640" cy="329184"/>
          </a:xfrm>
          <a:prstGeom prst="rect">
            <a:avLst/>
          </a:prstGeom>
          <a:solidFill>
            <a:srgbClr val="161B25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dm_sta_t  →  dm_sta_list_t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4809744"/>
            <a:ext cx="2834640" cy="329184"/>
          </a:xfrm>
          <a:prstGeom prst="rect">
            <a:avLst/>
          </a:prstGeom>
          <a:solidFill>
            <a:srgbClr val="161B25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dm_policy_t  →  dm_policy_list_t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87968" y="4809744"/>
            <a:ext cx="2834640" cy="329184"/>
          </a:xfrm>
          <a:prstGeom prst="rect">
            <a:avLst/>
          </a:prstGeom>
          <a:solidFill>
            <a:srgbClr val="161B25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dm_network_ssid_t  →  dm_network_ssid_list_t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5193792"/>
            <a:ext cx="2834640" cy="329184"/>
          </a:xfrm>
          <a:prstGeom prst="rect">
            <a:avLst/>
          </a:prstGeom>
          <a:solidFill>
            <a:srgbClr val="161B25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dm_op_class_t  →  dm_op_class_list_t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87968" y="5193792"/>
            <a:ext cx="2834640" cy="329184"/>
          </a:xfrm>
          <a:prstGeom prst="rect">
            <a:avLst/>
          </a:prstGeom>
          <a:solidFill>
            <a:srgbClr val="161B25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dm_scan_result_t  →  dm_scan_result_list_t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Database Tables — At a Glance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207008"/>
            <a:ext cx="1508760" cy="292608"/>
          </a:xfrm>
          <a:prstGeom prst="rect">
            <a:avLst/>
          </a:prstGeom>
          <a:solidFill>
            <a:srgbClr val="0A203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</a:rPr>
              <a:t>Table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1952" y="1207008"/>
            <a:ext cx="2286000" cy="292608"/>
          </a:xfrm>
          <a:prstGeom prst="rect">
            <a:avLst/>
          </a:prstGeom>
          <a:solidFill>
            <a:srgbClr val="0A203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</a:rPr>
              <a:t>List 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1207008"/>
            <a:ext cx="1463040" cy="292608"/>
          </a:xfrm>
          <a:prstGeom prst="rect">
            <a:avLst/>
          </a:prstGeom>
          <a:solidFill>
            <a:srgbClr val="0A203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</a:rPr>
              <a:t>Primary Key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1207008"/>
            <a:ext cx="5989320" cy="292608"/>
          </a:xfrm>
          <a:prstGeom prst="rect">
            <a:avLst/>
          </a:prstGeom>
          <a:solidFill>
            <a:srgbClr val="0A203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</a:rPr>
              <a:t>Key Columns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99616"/>
            <a:ext cx="150876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34D399"/>
                </a:solidFill>
              </a:rPr>
              <a:t>NetworkList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1952" y="1499616"/>
            <a:ext cx="228600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dm_network_list_t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499616"/>
            <a:ext cx="146304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ID (char 64)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1499616"/>
            <a:ext cx="598932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ControllerID, ColocatedAgentID, Media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01952"/>
            <a:ext cx="150876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34D399"/>
                </a:solidFill>
              </a:rPr>
              <a:t>DeviceList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1952" y="1901952"/>
            <a:ext cx="228600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dm_device_list_t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901952"/>
            <a:ext cx="146304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ID (char 128)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901952"/>
            <a:ext cx="598932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DeviceID, Profile, Manufacturer, SoftwareVersion, CountryCode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04288"/>
            <a:ext cx="150876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34D399"/>
                </a:solidFill>
              </a:rPr>
              <a:t>RadioList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1952" y="2304288"/>
            <a:ext cx="228600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dm_radio_list_t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2304288"/>
            <a:ext cx="146304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ID (char 128)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0" y="2304288"/>
            <a:ext cx="598932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RadioID, Band, CF1/CF2, Utilization, Noise, NumberOfBSS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06624"/>
            <a:ext cx="150876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34D399"/>
                </a:solidFill>
              </a:rPr>
              <a:t>Capabilities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01952" y="2706624"/>
            <a:ext cx="228600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dm_radio_cap_list_t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4528" y="2706624"/>
            <a:ext cx="146304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ID (char 17)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2706624"/>
            <a:ext cx="598932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HTCapabilities, VHTCapabilities, HECapabilities, EHTCapabilities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08960"/>
            <a:ext cx="150876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34D399"/>
                </a:solidFill>
              </a:rPr>
              <a:t>BSSList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01952" y="3108960"/>
            <a:ext cx="228600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dm_bss_list_t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3108960"/>
            <a:ext cx="146304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ID (char 128)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3108960"/>
            <a:ext cx="598932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BSSID, RUID, SSID, FronthaulUse, BackhaulUse, VlanID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511296"/>
            <a:ext cx="150876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34D399"/>
                </a:solidFill>
              </a:rPr>
              <a:t>STAList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01952" y="3511296"/>
            <a:ext cx="228600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dm_sta_list_t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3511296"/>
            <a:ext cx="146304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MACAddress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3511296"/>
            <a:ext cx="598932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BSSID, RUID, SignalStrength, RCPI, BytesSent/Received, Associated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13632"/>
            <a:ext cx="150876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34D399"/>
                </a:solidFill>
              </a:rPr>
              <a:t>PolicyList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01952" y="3913632"/>
            <a:ext cx="228600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dm_policy_list_t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3913632"/>
            <a:ext cx="146304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ID (char 64)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0" y="3913632"/>
            <a:ext cx="598932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PolicyType, APMetricsInterval, SteeringPolicyType, STARCPIThresold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315968"/>
            <a:ext cx="150876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34D399"/>
                </a:solidFill>
              </a:rPr>
              <a:t>NetworkSSIDList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01952" y="4315968"/>
            <a:ext cx="228600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dm_network_ssid_list_t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24528" y="4315968"/>
            <a:ext cx="146304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ID (char 64)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15000" y="4315968"/>
            <a:ext cx="598932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SSID, PassPhrase, Band, AKMsAllowed, HaulType, VLANID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718304"/>
            <a:ext cx="150876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34D399"/>
                </a:solidFill>
              </a:rPr>
              <a:t>OperatingClassList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01952" y="4718304"/>
            <a:ext cx="228600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dm_op_class_list_t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24528" y="4718304"/>
            <a:ext cx="146304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ID (char 32)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0" y="4718304"/>
            <a:ext cx="5989320" cy="402336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Class, Channel, ChannelList, TxPower, MaxTxPower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120640"/>
            <a:ext cx="150876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34D399"/>
                </a:solidFill>
              </a:rPr>
              <a:t>ScanResultList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01952" y="5120640"/>
            <a:ext cx="228600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dm_scan_result_list_t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24528" y="5120640"/>
            <a:ext cx="146304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ID (char 128)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5000" y="5120640"/>
            <a:ext cx="5989320" cy="402336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BSSID, SSID, SignalStrength, Utilization, STACount, ScanType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Schema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Core RF Topology Tables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207008"/>
            <a:ext cx="3749039" cy="36576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801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RadioList  —  one row per radio per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591056"/>
            <a:ext cx="35661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RadioID — RUID (MAC)
• Band — 2.4 / 5 / 6 GHz
• CF1, CF2 — centre frequencies
• Utilization, Noise
• NumberOfBSS
• SteeringPolicy
• RCPISteeringThreshold
• STAReportingRCPIThreshold
• TrafficSeparationCombined*
• ChipsetVendor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207008"/>
            <a:ext cx="3749039" cy="36576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8" y="12801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BSSList  —  one row per BSS per radio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591056"/>
            <a:ext cx="35661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BSSID — BSS MAC
• RUID → RadioList FK
• SSID, Enabled
• FronthaulUse, BackhaulUse
• FronthaulAKMsAllowed
• BackhaulAKMsAllowed
• Profile1bSTAsDisallowed
• Profile2bSTAsDisallowed
• VlanID
• EstServiceParameters{BE/BK/VI/VO}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07008"/>
            <a:ext cx="3749039" cy="36576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2801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STAList  —  one row per associated 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591056"/>
            <a:ext cx="35661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MACAddress — STA MAC (PK)
• BSSID → BSSList FK
• RUID → RadioList FK
• Associated flag
• SignalStrength, RCPI
• LastDataUplinkRate / DownlinkRate
• PacketsSent, BytesSent
• PacketsReceived, BytesReceived
• RetransCount
• FrameBodyLength + FrameBody
  (re)assoc request, hex-encoded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83480"/>
            <a:ext cx="11430000" cy="73152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0566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Relationship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3675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NetworkList → DeviceList → RadioList → BSSList → STAList  (hierarchy via composite ID keys; no explicit FK constraints in the schema)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Schema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Policy &amp; Network Configuration Tables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2070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PolicyList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834640" cy="256032"/>
          </a:xfrm>
          <a:prstGeom prst="rect">
            <a:avLst/>
          </a:prstGeom>
          <a:solidFill>
            <a:srgbClr val="0A203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38BDF8"/>
                </a:solidFill>
              </a:rPr>
              <a:t>Column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508760"/>
            <a:ext cx="2834640" cy="256032"/>
          </a:xfrm>
          <a:prstGeom prst="rect">
            <a:avLst/>
          </a:prstGeom>
          <a:solidFill>
            <a:srgbClr val="0A203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38BDF8"/>
                </a:solidFill>
              </a:rPr>
              <a:t>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64792"/>
            <a:ext cx="2834640" cy="347472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34D399"/>
                </a:solidFill>
              </a:rPr>
              <a:t>PolicyType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64792"/>
            <a:ext cx="2834640" cy="347472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steering_local / btm / param / ap_metrics / radio_metrics 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12264"/>
            <a:ext cx="2834640" cy="347472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34D399"/>
                </a:solidFill>
              </a:rPr>
              <a:t>APMetricsInterval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112264"/>
            <a:ext cx="2834640" cy="347472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AP metrics collection interval (seconds)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59736"/>
            <a:ext cx="2834640" cy="347472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34D399"/>
                </a:solidFill>
              </a:rPr>
              <a:t>STAList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459736"/>
            <a:ext cx="2834640" cy="347472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Serialised MAC list (TEXT)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07208"/>
            <a:ext cx="2834640" cy="347472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34D399"/>
                </a:solidFill>
              </a:rPr>
              <a:t>SteeringPolicyType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807208"/>
            <a:ext cx="2834640" cy="347472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mandate / disallow / allow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2834640" cy="347472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34D399"/>
                </a:solidFill>
              </a:rPr>
              <a:t>STARCPIThresold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154680"/>
            <a:ext cx="2834640" cy="347472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RCPI threshold for STA steering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02152"/>
            <a:ext cx="2834640" cy="347472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34D399"/>
                </a:solidFill>
              </a:rPr>
              <a:t>STARCPIHysteresis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502152"/>
            <a:ext cx="2834640" cy="347472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Hysteresis margin override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49624"/>
            <a:ext cx="2834640" cy="347472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34D399"/>
                </a:solidFill>
              </a:rPr>
              <a:t>APUtilThreshold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849624"/>
            <a:ext cx="2834640" cy="347472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Channel utilisation threshold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97096"/>
            <a:ext cx="2834640" cy="347472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34D399"/>
                </a:solidFill>
              </a:rPr>
              <a:t>IndependentScanRep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197096"/>
            <a:ext cx="2834640" cy="347472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Channel scan report flag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44568"/>
            <a:ext cx="2834640" cy="347472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34D399"/>
                </a:solidFill>
              </a:rPr>
              <a:t>Profile_1/2_Disallowed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544568"/>
            <a:ext cx="2834640" cy="347472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Backhaul BSS profile flags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92040"/>
            <a:ext cx="2834640" cy="347472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34D399"/>
                </a:solidFill>
              </a:rPr>
              <a:t>PrimaryVlanId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4892040"/>
            <a:ext cx="2834640" cy="347472"/>
          </a:xfrm>
          <a:prstGeom prst="rect">
            <a:avLst/>
          </a:prstGeom>
          <a:solidFill>
            <a:srgbClr val="161B25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Default 802.1Q VLAN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239512"/>
            <a:ext cx="2834640" cy="347472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34D399"/>
                </a:solidFill>
              </a:rPr>
              <a:t>ManagedClientMarker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239512"/>
            <a:ext cx="2834640" cy="347472"/>
          </a:xfrm>
          <a:prstGeom prst="rect">
            <a:avLst/>
          </a:prstGeom>
          <a:solidFill>
            <a:srgbClr val="0F1A2A"/>
          </a:solidFill>
          <a:ln w="31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Vendor OUI marker string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207008"/>
            <a:ext cx="5486400" cy="18288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NetworkSSIDList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1591056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SSID, PassPhrase
• Band (2.4 / 5 / 6 GHz bitmask)
• AKMsAllowed — WPA2/WPA3/OWE etc.
• HaulType — fronthaul / backhaul
• MFPConfig — 802.11w setting
• AuthType, SuiteSelector
• VLANID — traffic separation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154680"/>
            <a:ext cx="5486400" cy="18288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32278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OperatingClassList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3538728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Class — 802.11 op class number
• Channel — current channel
• ChannelList — usable channels (varchar 256)
• ChannelPreferenceList — scored preferences
• TxPower, MaxTxPower
• Minutes, Seconds, Countdown — CAC timer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Controller DB Initialization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88720"/>
            <a:ext cx="1828800" cy="384048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em_ctrl_t::init()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243584"/>
            <a:ext cx="16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359152" y="1188720"/>
            <a:ext cx="1828800" cy="384048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dm_easy_mesh_ctrl_t::init(path,mgr)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7952" y="1243584"/>
            <a:ext cx="16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2544" y="1188720"/>
            <a:ext cx="1828800" cy="384048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init_tables()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1344" y="1243584"/>
            <a:ext cx="16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45936" y="1188720"/>
            <a:ext cx="1828800" cy="384048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m_db_client.init(path)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1243584"/>
            <a:ext cx="16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39328" y="1188720"/>
            <a:ext cx="1828800" cy="384048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tr_181_t::init(this)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8128" y="1243584"/>
            <a:ext cx="16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20" y="1188720"/>
            <a:ext cx="1828800" cy="384048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FFFFF"/>
                </a:solidFill>
              </a:rPr>
              <a:t>load_tables()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init_tables() — Schema Bootstrap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30552"/>
            <a:ext cx="5486400" cy="3383280"/>
          </a:xfrm>
          <a:prstGeom prst="rect">
            <a:avLst/>
          </a:prstGeom>
          <a:solidFill>
            <a:srgbClr val="0A0E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03704"/>
            <a:ext cx="53492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F3FC"/>
                </a:solidFill>
              </a:rPr>
              <a:t>void init_tables() {
  dm_network_list_t::    init();  // CREATE TABLE IF NOT EXISTS
  dm_device_list_t::     init();
  dm_radio_list_t::      init();
  dm_network_ssid_list_t::init();
  dm_radio_cap_list_t::  init();
  dm_op_class_list_t::   init();
  dm_bss_list_t::        init();
  dm_sta_list_t::        init();
  dm_policy_list_t::     init();
  dm_scan_result_list_t::init();
}
// Called BEFORE m_db_client.init() so tables
// exist before the MariaDB connection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828800"/>
            <a:ext cx="5715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load_tables() — Populate from 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30552"/>
            <a:ext cx="5715000" cy="2743200"/>
          </a:xfrm>
          <a:prstGeom prst="rect">
            <a:avLst/>
          </a:prstGeom>
          <a:solidFill>
            <a:srgbClr val="0A0E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203704"/>
            <a:ext cx="557784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F3FC"/>
                </a:solidFill>
              </a:rPr>
              <a:t>int load_tables() {
  // SELECT * → sync_db() per row for each table
  if (dm_network_list_t::load_table(m_db_client) != 0)
    return db_cfg_type_network_list_update;
  if (dm_device_list_t::load_table(m_db_client) != 0)
    return db_cfg_type_device_list_update;
  // ... radio, bss, sta, policy, op_class ...
  if (is_table_empty(m_db_client)) return -1;
  set_initialized();
  return 0;
}
// Empty DB → run seed script → reload
if (rc == -1) {
  system("/usr/ccsp/EasyMesh/setup_mysql_db_post.sh");
  rc = load_tables();
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983480"/>
            <a:ext cx="5715000" cy="77724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505663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First-Boot Seed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5367528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If tables are empty on first boot the controller auto-runs the seed script, then calls load_tables() a second time. If still fails, init() returns -1 and the process exits.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Runtime Update Flow — How Changes Reach the DB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88720"/>
            <a:ext cx="1572768" cy="594360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FFFFFF"/>
                </a:solidFill>
              </a:rPr>
              <a:t>1905 Message
/ Event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8528" y="1335024"/>
            <a:ext cx="9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9968" y="1188720"/>
            <a:ext cx="1572768" cy="594360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FFFFFF"/>
                </a:solidFill>
              </a:rPr>
              <a:t>em_*_t
handler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2736" y="1335024"/>
            <a:ext cx="9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694176" y="1188720"/>
            <a:ext cx="1572768" cy="594360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FFFFFF"/>
                </a:solidFill>
              </a:rPr>
              <a:t>Update dm_easy_mesh_t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66944" y="1335024"/>
            <a:ext cx="9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58384" y="1188720"/>
            <a:ext cx="1572768" cy="594360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FFFFFF"/>
                </a:solidFill>
              </a:rPr>
              <a:t>Set dirty flag
db_cfg_type_t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1335024"/>
            <a:ext cx="9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2592" y="1188720"/>
            <a:ext cx="1572768" cy="594360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FFFFFF"/>
                </a:solidFill>
              </a:rPr>
              <a:t>update_tables(dm)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335024"/>
            <a:ext cx="9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188720"/>
            <a:ext cx="1572768" cy="594360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FFFFFF"/>
                </a:solidFill>
              </a:rPr>
              <a:t>update_db
(client, op, 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9568" y="1335024"/>
            <a:ext cx="9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51008" y="1188720"/>
            <a:ext cx="1572768" cy="594360"/>
          </a:xfrm>
          <a:prstGeom prst="rect">
            <a:avLst/>
          </a:prstGeom>
          <a:solidFill>
            <a:srgbClr val="0A183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FFFFFF"/>
                </a:solidFill>
              </a:rPr>
              <a:t>SQL INSERT
/UPDATE/DELETE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920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update_tables() Orchestration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21992"/>
            <a:ext cx="5486400" cy="3840480"/>
          </a:xfrm>
          <a:prstGeom prst="rect">
            <a:avLst/>
          </a:prstGeom>
          <a:solidFill>
            <a:srgbClr val="0A0E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295144"/>
            <a:ext cx="534924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F3FC"/>
                </a:solidFill>
              </a:rPr>
              <a:t>int update_tables(dm_easy_mesh_t *dm) {
  // Network
  dm_network_list_t::update_db(
    *m_db_client, dm_orch_type_db_update,
    dm-&gt;get_network_info());
  // Device
  dm_device_list_t::update_db(
    *m_db_client, dm_orch_type_db_update,
    dm-&gt;get_device_info());
  // Radios (per radio)
  for (int i = 0; i &lt; dm-&gt;get_num_radios(); i++)
    dm_radio_list_t::update_db(
      *m_db_client, dm_orch_type_db_update,
      dm-&gt;get_radio(i)-&gt;get_radio_info());
  // BSS, STA, OpClass, ScanResult …
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920240"/>
            <a:ext cx="5715000" cy="18288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199339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db_cfg_type_t — Dirty Flags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304288"/>
            <a:ext cx="5532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Each table has a corresponding flag bit. The orchestration layer tests these to skip tables that have not changed, avoiding unnecessary SQL traffic.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246120"/>
            <a:ext cx="5715000" cy="914400"/>
          </a:xfrm>
          <a:prstGeom prst="rect">
            <a:avLst/>
          </a:prstGeom>
          <a:solidFill>
            <a:srgbClr val="0A0E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319272"/>
            <a:ext cx="5577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F3FC"/>
                </a:solidFill>
              </a:rPr>
              <a:t>db_cfg_type_network_list_update
db_cfg_type_device_list_update
db_cfg_type_radio_list_update
db_cfg_type_bss_list_update
db_cfg_type_sta_list_update
db_cfg_type_policy_list_update
// … one per 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297680"/>
            <a:ext cx="5715000" cy="9144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437083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delete vs update vs create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4681728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Caller selects dm_orch_type_db_delete, dm_orch_type_db_update, or dm_orch_type_db_create. Each list class translates this to the appropriate SQL.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In-Memory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dm_easy_mesh_t — Per-Network Container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While dm_easy_mesh_ctrl_t owns the DB tables, the live in-memory state for each active mesh network lives in dm_easy_mesh_t instances (one per managed network).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486400" cy="4343400"/>
          </a:xfrm>
          <a:prstGeom prst="rect">
            <a:avLst/>
          </a:prstGeom>
          <a:solidFill>
            <a:srgbClr val="0A0E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10512"/>
            <a:ext cx="5349240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F3FC"/>
                </a:solidFill>
              </a:rPr>
              <a:t>class dm_easy_mesh_t {
  // Scalar state
  em_network_info_t    m_network;
  em_device_info_t     m_device;
  // Arrays
  dm_radio_t           m_radio[EM_MAX_RADIOS];
  dm_bss_t             m_bss[EM_MAX_BSS_PER_RADIO * EM_MAX_RADIOS];
  dm_network_ssid_t    m_network_ssid[EM_MAX_NETWORK_SSID];
  dm_op_class_t        m_op_class[EM_MAX_OP_CLASS];
  dm_policy_t          m_policy[EM_MAX_POLICIES];
  // STAs — hash map for O(1) lookup
  unordered_map&lt;mac_address_t, dm_sta_t*&gt; m_sta_map;
  map&lt;mac_address_t, dm_sta_t*&gt;           m_sta_assoc_map;
  map&lt;mac_address_t, dm_sta_t*&gt;           m_sta_dassoc_map;
  // Helpers
  em_radio_info_t* get_radio_info(int idx);
  unsigned int     get_num_radios();
  unsigned int     get_num_policy();
  bool has_policy_type(em_policy_id_type_t t);
};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737360"/>
            <a:ext cx="5715000" cy="13716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81051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Controller vs Agent 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2121408"/>
            <a:ext cx="5532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dm_easy_mesh_t is shared code. The controller uses it as the in-memory representation that the DB is sync'd to/from. The agent uses it as a local cache of topology received from the controller, with no DB involvement.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46120"/>
            <a:ext cx="5715000" cy="123444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331927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STA Tracking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3630168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m_sta_map — all known STAs (O(1) MAC lookup)
• m_sta_assoc_map — currently associated STAs
• m_sta_dassoc_map — recently disassociated STAs (history)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617720"/>
            <a:ext cx="5715000" cy="9144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469087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Policy Helper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5001768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has_policy_type(t) lets send_policy_cfg_request_msg() skip TLV construction for policy types not present — enabling incremental policy updates.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JSON Serialisation &amp; TR-181 Bus Integration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2070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JSON In/Out via set_config / get_config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Every entity implements decode(cJSON*, void*) and encode(). The controller ingests JSON commands from northbound (CLI/WebUI) and maps them to DB rows.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5486400" cy="1645920"/>
          </a:xfrm>
          <a:prstGeom prst="rect">
            <a:avLst/>
          </a:prstGeom>
          <a:solidFill>
            <a:srgbClr val="0A0E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84832"/>
            <a:ext cx="534924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F3FC"/>
                </a:solidFill>
              </a:rPr>
              <a:t>// Inbound — JSON → DB
set_config(db_client, json_obj, parent_id)
  → entity::decode(json_obj, parent_id)
  → update_db(client, dm_orch_type_db_create, data)
// Outbound — DB → JSON
get_config(db_client, parent_id)
  → entity::encode()
  → returns cJSON* tree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94760"/>
            <a:ext cx="1691640" cy="365760"/>
          </a:xfrm>
          <a:prstGeom prst="rect">
            <a:avLst/>
          </a:prstGeom>
          <a:solidFill>
            <a:srgbClr val="062018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JSON cmd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849624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7128" y="3794760"/>
            <a:ext cx="1691640" cy="365760"/>
          </a:xfrm>
          <a:prstGeom prst="rect">
            <a:avLst/>
          </a:prstGeom>
          <a:solidFill>
            <a:srgbClr val="062018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em_cmd_t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849624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8496" y="3794760"/>
            <a:ext cx="1691640" cy="365760"/>
          </a:xfrm>
          <a:prstGeom prst="rect">
            <a:avLst/>
          </a:prstGeom>
          <a:solidFill>
            <a:srgbClr val="062018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dm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0136" y="3849624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9864" y="3794760"/>
            <a:ext cx="1691640" cy="365760"/>
          </a:xfrm>
          <a:prstGeom prst="rect">
            <a:avLst/>
          </a:prstGeom>
          <a:solidFill>
            <a:srgbClr val="062018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set_config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1504" y="3849624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1232" y="3794760"/>
            <a:ext cx="1691640" cy="365760"/>
          </a:xfrm>
          <a:prstGeom prst="rect">
            <a:avLst/>
          </a:prstGeom>
          <a:solidFill>
            <a:srgbClr val="062018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update_db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3849624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3794760"/>
            <a:ext cx="1691640" cy="365760"/>
          </a:xfrm>
          <a:prstGeom prst="rect">
            <a:avLst/>
          </a:prstGeom>
          <a:solidFill>
            <a:srgbClr val="062018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1905 policy msg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207008"/>
            <a:ext cx="5715000" cy="265176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128016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TR-181 Bus Handlers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1591056"/>
            <a:ext cx="5532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dm_easy_mesh_ctrl_t registers bus get/set callbacks for every TR-181 path:
• network_get / device_get
• radio_get / radio_tget
• bss_get / bss_tget
• ssid_get / rcaps_get
• sta_get / policy_get
• X_AIRTIES_UnassociatedStaLinkMetricsQuery()  ← new in develop
Handlers read from in-memory model (not SQL at query time) to keep latency low.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43400"/>
            <a:ext cx="3657600" cy="13716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4416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db_cfg_type_t Flags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72744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Set when JSON changes are parsed. Drive which tables get synced and which 1905.1 messages are constructed.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4343400"/>
            <a:ext cx="3657600" cy="13716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4416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Multi-Network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72744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dm_easy_mesh_list_t holds a list of dm_easy_mesh_t* — one per managed EasyMesh network ID. The controller handles them concurrently.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343400"/>
            <a:ext cx="3657600" cy="13716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4416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Thread-Safety Note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472744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The DB client interface explicitly documents that implementations are not required to be thread-safe. The orchestration loop is single-threaded.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9525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88720"/>
            <a:ext cx="5577840" cy="123444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618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1. Single Concrete DB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572768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db_client_t is a concrete MariaDB wrapper with MYSQL *m_con. Owned by value in dm_easy_mesh_ctrl_t. All 10 list classes call it by reference. MySQL header is conditionally included for OpenWRT/RDKB vs Debian.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32888"/>
            <a:ext cx="5577840" cy="123444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606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2. Entity + List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916936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Pure-domain dm_*_t classes are shared with the agent. DB-aware dm_*_list_t subclasses are controller-only. Zero persistence overhead on the agent side.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77056"/>
            <a:ext cx="5577840" cy="123444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9502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3. Unified Controller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261104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dm_easy_mesh_ctrl_t inherits all 11 list classes via C++ MI — a single object that can query, update, or delete any table without any additional glue code.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577840" cy="123444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2618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4. Dirty-Flag Driven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572768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db_cfg_type_t bitmask tracks exactly which tables changed. update_tables() skips clean tables — minimising SQL round-trips during high-frequency topology updates.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532888"/>
            <a:ext cx="5577840" cy="123444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606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5. 10 Tables, Clear Hierarchy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916936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NetworkList → DeviceList → RadioList → Capabilities → BSSList → STAList
NetworkSSIDList · PolicyList · OperatingClassList · ScanResultList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77056"/>
            <a:ext cx="5577840" cy="123444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9502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6. JSON ↔ DB ↔ 1905.1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261104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Northbound JSON commands flow through set_config → update_db → dirty flags → 1905.1 TLV construction. Southbound telemetry flows the other way via sync_db and TR-181 bus handlers.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37760"/>
            <a:ext cx="11430000" cy="1600200"/>
          </a:xfrm>
          <a:prstGeom prst="rect">
            <a:avLst/>
          </a:prstGeom>
          <a:solidFill>
            <a:srgbClr val="161B2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0109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7. Recent Additions (develop branch)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5321808"/>
            <a:ext cx="11247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RDKBWIFI-555: dm_sta_t::get_assoc_frame_ie_offset() probes assoc/reassoc/IEs-only layouts to find where IEs start. Fixes misparse of capabilities for reassociating STAs.
RDKBWIFI-529: decode_sta_capability() now called inside TR-181 sta_get/sta_tget before derived fields are read. Fixes alternating empty HTCapabilities under polling.
RDKBWIFI-408: X_AIRTIES_UnassociatedStaLinkMetricsQuery() TR-181 method added. Accepts OpClass + channel/STA lists, builds UnassocSTAQuery JSON, enqueues as em_cmd_t.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